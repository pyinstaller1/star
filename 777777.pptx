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48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73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0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70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05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07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43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35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57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55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56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08CB1-676E-4142-99C8-29842DFD0B0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935A7-E873-4561-BA95-3C2FA6405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22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95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178" y="1211521"/>
            <a:ext cx="5254856" cy="206265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78" y="4138054"/>
            <a:ext cx="5254856" cy="20526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49735" y="1493672"/>
            <a:ext cx="12801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b="1" dirty="0" smtClean="0"/>
              <a:t>여포</a:t>
            </a:r>
            <a:endParaRPr lang="en-US" altLang="ko-KR" sz="3800" b="1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5237018" y="4357976"/>
            <a:ext cx="12801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b="1" dirty="0" err="1" smtClean="0"/>
              <a:t>진궁</a:t>
            </a:r>
            <a:endParaRPr lang="en-US" altLang="ko-KR" sz="3800" b="1" dirty="0" smtClean="0"/>
          </a:p>
        </p:txBody>
      </p:sp>
    </p:spTree>
    <p:extLst>
      <p:ext uri="{BB962C8B-B14F-4D97-AF65-F5344CB8AC3E}">
        <p14:creationId xmlns:p14="http://schemas.microsoft.com/office/powerpoint/2010/main" val="112013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2419350"/>
            <a:ext cx="4305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9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</Words>
  <Application>Microsoft Office PowerPoint</Application>
  <PresentationFormat>와이드스크린</PresentationFormat>
  <Paragraphs>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6</cp:revision>
  <dcterms:created xsi:type="dcterms:W3CDTF">2026-07-14T11:49:31Z</dcterms:created>
  <dcterms:modified xsi:type="dcterms:W3CDTF">2026-07-14T14:24:18Z</dcterms:modified>
</cp:coreProperties>
</file>